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41800" y="1924050"/>
            <a:ext cx="3317240" cy="1134110"/>
          </a:xfrm>
        </p:spPr>
        <p:txBody>
          <a:bodyPr>
            <a:normAutofit fontScale="90000"/>
          </a:bodyPr>
          <a:p>
            <a:r>
              <a:rPr lang="zh-CN" altLang="en-US"/>
              <a:t>脚本</a:t>
            </a:r>
            <a:r>
              <a:rPr lang="zh-CN" altLang="en-US"/>
              <a:t>编写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演示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75" y="1640840"/>
            <a:ext cx="4419600" cy="30175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编写另一个</a:t>
            </a:r>
            <a:r>
              <a:rPr lang="zh-CN" altLang="en-US"/>
              <a:t>文本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" y="1691640"/>
            <a:ext cx="7658100" cy="24536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运行脚本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8670" y="1361440"/>
            <a:ext cx="3721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●先打开终端，给脚本设置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960245"/>
            <a:ext cx="10104120" cy="320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8670" y="2460625"/>
            <a:ext cx="5014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之后便是直接用</a:t>
            </a:r>
            <a:r>
              <a:rPr lang="en-US" altLang="zh-CN"/>
              <a:t>./shell.sh</a:t>
            </a:r>
            <a:r>
              <a:rPr lang="zh-CN" altLang="en-US"/>
              <a:t>直接运行</a:t>
            </a:r>
            <a:r>
              <a:rPr lang="zh-CN" altLang="en-US"/>
              <a:t>脚本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3053715"/>
            <a:ext cx="9334500" cy="36042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ZGM4OWQ0MzE1NjgzYmY2YjVhNGI4MWE1NjNiMjJkYT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WPS 演示</Application>
  <PresentationFormat>宽屏</PresentationFormat>
  <Paragraphs>12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WPS_1664076225</cp:lastModifiedBy>
  <cp:revision>155</cp:revision>
  <dcterms:created xsi:type="dcterms:W3CDTF">2019-06-19T02:08:00Z</dcterms:created>
  <dcterms:modified xsi:type="dcterms:W3CDTF">2024-03-25T14:23:52Z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527C9020F7C744F0AEC5BD5D9C2A7752_11</vt:lpwstr>
  </property>
</Properties>
</file>