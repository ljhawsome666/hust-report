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87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10634" y="136525"/>
            <a:ext cx="11370733" cy="3294074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4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10634" y="3943797"/>
            <a:ext cx="11370732" cy="2276027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30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924454" y="817032"/>
            <a:ext cx="2880000" cy="5156200"/>
          </a:xfrm>
        </p:spPr>
        <p:txBody>
          <a:bodyPr wrap="square" anchor="ctr">
            <a:normAutofit/>
          </a:bodyPr>
          <a:lstStyle>
            <a:lvl1pPr algn="ctr">
              <a:defRPr sz="5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87967" y="3694111"/>
            <a:ext cx="10016067" cy="2452689"/>
          </a:xfrm>
        </p:spPr>
        <p:txBody>
          <a:bodyPr wrap="square" anchor="t">
            <a:normAutofit/>
          </a:bodyPr>
          <a:lstStyle>
            <a:lvl1pPr algn="ctr">
              <a:defRPr sz="42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1087967" y="313268"/>
            <a:ext cx="10016067" cy="2928406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8000" b="1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469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31317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4373" y="1369480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8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4373" y="2066355"/>
            <a:ext cx="5157787" cy="4128388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311265" y="1354875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8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311265" y="2051750"/>
            <a:ext cx="5183188" cy="4128388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360000"/>
            <a:ext cx="10515600" cy="58176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>
                <a:solidFill>
                  <a:schemeClr val="tx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325" y="1296035"/>
            <a:ext cx="10800080" cy="575945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74134" y="491067"/>
            <a:ext cx="11243733" cy="2964933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4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74134" y="3937065"/>
            <a:ext cx="11243732" cy="2319802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30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4690" y="1364615"/>
            <a:ext cx="10799445" cy="48133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469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411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70.xml"/><Relationship Id="rId1" Type="http://schemas.openxmlformats.org/officeDocument/2006/relationships/tags" Target="../tags/tag6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73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76.xml"/><Relationship Id="rId3" Type="http://schemas.openxmlformats.org/officeDocument/2006/relationships/image" Target="../media/image3.png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79.xml"/><Relationship Id="rId3" Type="http://schemas.openxmlformats.org/officeDocument/2006/relationships/image" Target="../media/image4.png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80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8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8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8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86.xml"/><Relationship Id="rId3" Type="http://schemas.openxmlformats.org/officeDocument/2006/relationships/image" Target="../media/image12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4572000" y="1496107"/>
            <a:ext cx="757369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7500"/>
          </a:bodyPr>
          <a:lstStyle/>
          <a:p>
            <a:pPr algn="r">
              <a:lnSpc>
                <a:spcPct val="100000"/>
              </a:lnSpc>
            </a:pPr>
            <a:r>
              <a:rPr lang="en-US" sz="34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01</a:t>
            </a:r>
            <a:endParaRPr lang="en-US" sz="34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5766951" y="1496202"/>
            <a:ext cx="470102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>
                <a:sym typeface="+mn-ea"/>
              </a:rPr>
              <a:t>实验环境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4" name="序号"/>
          <p:cNvSpPr txBox="1"/>
          <p:nvPr>
            <p:custDataLst>
              <p:tags r:id="rId4"/>
            </p:custDataLst>
          </p:nvPr>
        </p:nvSpPr>
        <p:spPr>
          <a:xfrm>
            <a:off x="4572000" y="2616639"/>
            <a:ext cx="757369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7500"/>
          </a:bodyPr>
          <a:lstStyle/>
          <a:p>
            <a:pPr algn="r">
              <a:lnSpc>
                <a:spcPct val="100000"/>
              </a:lnSpc>
            </a:pPr>
            <a:r>
              <a:rPr lang="en-US" sz="34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02</a:t>
            </a:r>
            <a:endParaRPr lang="en-US" sz="34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项标题"/>
          <p:cNvSpPr txBox="1"/>
          <p:nvPr>
            <p:custDataLst>
              <p:tags r:id="rId5"/>
            </p:custDataLst>
          </p:nvPr>
        </p:nvSpPr>
        <p:spPr>
          <a:xfrm>
            <a:off x="5766951" y="2616734"/>
            <a:ext cx="470102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>
                <a:sym typeface="+mn-ea"/>
              </a:rPr>
              <a:t>编译工具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7" name="序号"/>
          <p:cNvSpPr txBox="1"/>
          <p:nvPr>
            <p:custDataLst>
              <p:tags r:id="rId6"/>
            </p:custDataLst>
          </p:nvPr>
        </p:nvSpPr>
        <p:spPr>
          <a:xfrm>
            <a:off x="4572000" y="3737171"/>
            <a:ext cx="757369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7500"/>
          </a:bodyPr>
          <a:lstStyle/>
          <a:p>
            <a:pPr algn="r">
              <a:lnSpc>
                <a:spcPct val="100000"/>
              </a:lnSpc>
            </a:pPr>
            <a:r>
              <a:rPr lang="en-US" sz="34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03</a:t>
            </a:r>
            <a:endParaRPr lang="en-US" sz="34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项标题"/>
          <p:cNvSpPr txBox="1"/>
          <p:nvPr>
            <p:custDataLst>
              <p:tags r:id="rId7"/>
            </p:custDataLst>
          </p:nvPr>
        </p:nvSpPr>
        <p:spPr>
          <a:xfrm>
            <a:off x="5766951" y="3737266"/>
            <a:ext cx="470102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>
                <a:sym typeface="+mn-ea"/>
              </a:rPr>
              <a:t>编译内核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0" name="序号"/>
          <p:cNvSpPr txBox="1"/>
          <p:nvPr>
            <p:custDataLst>
              <p:tags r:id="rId8"/>
            </p:custDataLst>
          </p:nvPr>
        </p:nvSpPr>
        <p:spPr>
          <a:xfrm>
            <a:off x="4572000" y="4857704"/>
            <a:ext cx="757369" cy="50419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fontScale="97500"/>
          </a:bodyPr>
          <a:lstStyle/>
          <a:p>
            <a:pPr algn="r">
              <a:lnSpc>
                <a:spcPct val="100000"/>
              </a:lnSpc>
            </a:pPr>
            <a:r>
              <a:rPr lang="en-US" sz="3400" b="1" dirty="0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04</a:t>
            </a:r>
            <a:endParaRPr lang="en-US" sz="3400" b="1" dirty="0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项标题"/>
          <p:cNvSpPr txBox="1"/>
          <p:nvPr>
            <p:custDataLst>
              <p:tags r:id="rId9"/>
            </p:custDataLst>
          </p:nvPr>
        </p:nvSpPr>
        <p:spPr>
          <a:xfrm>
            <a:off x="5766951" y="4857799"/>
            <a:ext cx="470102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>
                <a:sym typeface="+mn-ea"/>
              </a:rPr>
              <a:t>重启验证</a:t>
            </a:r>
            <a:endParaRPr lang="zh-CN" altLang="en-US" sz="2800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877695" y="402590"/>
            <a:ext cx="1956435" cy="685800"/>
          </a:xfrm>
        </p:spPr>
        <p:txBody>
          <a:bodyPr wrap="square">
            <a:normAutofit fontScale="90000"/>
          </a:bodyPr>
          <a:lstStyle/>
          <a:p>
            <a:r>
              <a:rPr lang="zh-CN" altLang="en-US" dirty="0"/>
              <a:t>实验环境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333375" y="313055"/>
            <a:ext cx="1445260" cy="694055"/>
          </a:xfrm>
        </p:spPr>
        <p:txBody>
          <a:bodyPr wrap="square">
            <a:normAutofit fontScale="40000"/>
          </a:bodyPr>
          <a:lstStyle/>
          <a:p>
            <a:r>
              <a:rPr lang="zh-CN" altLang="en-US" dirty="0"/>
              <a:t>01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724535" y="1220470"/>
            <a:ext cx="3690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en-US" altLang="zh-CN"/>
              <a:t>VMware Workstation Pro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835660" y="3531870"/>
            <a:ext cx="3914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2.ubuntukylin-22.04-pro-amd64.iso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446530" y="1720850"/>
            <a:ext cx="33210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●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039620" y="1720850"/>
            <a:ext cx="3816350" cy="227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虚拟机</a:t>
            </a:r>
            <a:r>
              <a:rPr lang="zh-CN" altLang="en-US"/>
              <a:t>配置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145" y="1691640"/>
            <a:ext cx="2674620" cy="173736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35660" y="4348480"/>
            <a:ext cx="417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新内核版本：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6855" y="4348480"/>
            <a:ext cx="3958590" cy="3683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37335" y="361315"/>
            <a:ext cx="2715895" cy="677545"/>
          </a:xfrm>
        </p:spPr>
        <p:txBody>
          <a:bodyPr wrap="square">
            <a:normAutofit fontScale="90000"/>
          </a:bodyPr>
          <a:lstStyle/>
          <a:p>
            <a:r>
              <a:rPr lang="zh-CN" altLang="en-US" dirty="0"/>
              <a:t>编译工具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441960" y="200660"/>
            <a:ext cx="1403985" cy="746760"/>
          </a:xfrm>
        </p:spPr>
        <p:txBody>
          <a:bodyPr wrap="square">
            <a:normAutofit fontScale="40000"/>
          </a:bodyPr>
          <a:lstStyle/>
          <a:p>
            <a:r>
              <a:rPr lang="en-US" altLang="zh-CN" dirty="0"/>
              <a:t>02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972185" y="1181735"/>
            <a:ext cx="436245" cy="39624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●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62430" y="1150620"/>
            <a:ext cx="64154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</a:t>
            </a:r>
            <a:r>
              <a:rPr lang="en-US" altLang="zh-CN"/>
              <a:t>gcc</a:t>
            </a:r>
            <a:r>
              <a:rPr lang="zh-CN" altLang="en-US"/>
              <a:t>，</a:t>
            </a:r>
            <a:r>
              <a:rPr lang="en-US" altLang="zh-CN"/>
              <a:t>gdb</a:t>
            </a:r>
            <a:r>
              <a:rPr lang="zh-CN" altLang="en-US"/>
              <a:t>，</a:t>
            </a:r>
            <a:r>
              <a:rPr lang="en-US" altLang="zh-CN"/>
              <a:t>bison</a:t>
            </a:r>
            <a:r>
              <a:rPr lang="zh-CN" altLang="en-US"/>
              <a:t>，</a:t>
            </a:r>
            <a:r>
              <a:rPr lang="en-US" altLang="zh-CN"/>
              <a:t>flex</a:t>
            </a:r>
            <a:r>
              <a:rPr lang="zh-CN" altLang="en-US"/>
              <a:t>，</a:t>
            </a:r>
            <a:r>
              <a:rPr lang="en-US" altLang="zh-CN"/>
              <a:t>libncurses5-dev</a:t>
            </a:r>
            <a:r>
              <a:rPr lang="zh-CN" altLang="en-US"/>
              <a:t>，</a:t>
            </a:r>
            <a:r>
              <a:rPr lang="en-US" altLang="zh-CN"/>
              <a:t>libssl-dev</a:t>
            </a:r>
            <a:r>
              <a:rPr lang="zh-CN" altLang="en-US"/>
              <a:t>，</a:t>
            </a:r>
            <a:r>
              <a:rPr lang="en-US" altLang="zh-CN"/>
              <a:t>libidn11-dev</a:t>
            </a:r>
            <a:r>
              <a:rPr lang="zh-CN" altLang="en-US"/>
              <a:t>等</a:t>
            </a:r>
            <a:r>
              <a:rPr lang="zh-CN" altLang="en-US"/>
              <a:t>软件包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430" y="2129790"/>
            <a:ext cx="5532120" cy="22479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859280" y="423545"/>
            <a:ext cx="1965325" cy="663575"/>
          </a:xfrm>
        </p:spPr>
        <p:txBody>
          <a:bodyPr wrap="square">
            <a:normAutofit fontScale="90000"/>
          </a:bodyPr>
          <a:lstStyle/>
          <a:p>
            <a:r>
              <a:rPr lang="zh-CN" altLang="en-US" dirty="0"/>
              <a:t>编译内核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546735" y="438785"/>
            <a:ext cx="1137285" cy="648335"/>
          </a:xfrm>
        </p:spPr>
        <p:txBody>
          <a:bodyPr wrap="square">
            <a:normAutofit fontScale="40000"/>
          </a:bodyPr>
          <a:lstStyle/>
          <a:p>
            <a:r>
              <a:rPr lang="en-US" altLang="zh-CN" dirty="0"/>
              <a:t>03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1108075" y="1600200"/>
            <a:ext cx="8865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首先在浏览器中在官方网址</a:t>
            </a:r>
            <a:r>
              <a:rPr lang="en-US" altLang="zh-CN"/>
              <a:t>www.kernei.org</a:t>
            </a:r>
            <a:r>
              <a:rPr lang="zh-CN" altLang="en-US"/>
              <a:t>中下载</a:t>
            </a:r>
            <a:r>
              <a:rPr lang="zh-CN" altLang="en-US"/>
              <a:t>内核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360" y="2086610"/>
            <a:ext cx="6377940" cy="36118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36015" y="1169670"/>
            <a:ext cx="7579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●</a:t>
            </a:r>
            <a:r>
              <a:rPr lang="zh-CN" altLang="en-US"/>
              <a:t>下载完成后将压缩包移动到</a:t>
            </a:r>
            <a:r>
              <a:rPr lang="zh-CN" altLang="en-US"/>
              <a:t>目标文件夹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43710"/>
            <a:ext cx="10142855" cy="7105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36015" y="2660015"/>
            <a:ext cx="4401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●</a:t>
            </a:r>
            <a:r>
              <a:rPr lang="zh-CN" altLang="en-US"/>
              <a:t>解压压缩</a:t>
            </a:r>
            <a:r>
              <a:rPr lang="zh-CN" altLang="en-US"/>
              <a:t>包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3275965"/>
            <a:ext cx="10581640" cy="5321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15010" y="504825"/>
            <a:ext cx="4184015" cy="50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latin typeface="+mj-ea"/>
                <a:ea typeface="+mj-ea"/>
                <a:cs typeface="+mj-ea"/>
              </a:rPr>
              <a:t>2.</a:t>
            </a:r>
            <a:r>
              <a:rPr lang="zh-CN" altLang="en-US" sz="2400">
                <a:latin typeface="+mj-ea"/>
                <a:ea typeface="+mj-ea"/>
                <a:cs typeface="+mj-ea"/>
              </a:rPr>
              <a:t>处理内核资源包</a:t>
            </a:r>
            <a:endParaRPr lang="zh-CN" altLang="en-US" sz="2400">
              <a:latin typeface="+mj-ea"/>
              <a:ea typeface="+mj-ea"/>
              <a:cs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34440" y="3930015"/>
            <a:ext cx="4611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●</a:t>
            </a:r>
            <a:r>
              <a:rPr lang="zh-CN" altLang="en-US"/>
              <a:t>删除</a:t>
            </a:r>
            <a:r>
              <a:rPr lang="zh-CN" altLang="en-US"/>
              <a:t>压缩包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25830" y="4485005"/>
            <a:ext cx="7910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sudo rm linux-6.6.22.tar.xz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6720" y="441325"/>
            <a:ext cx="43586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3.</a:t>
            </a:r>
            <a:r>
              <a:rPr lang="zh-CN" altLang="en-US" sz="2400"/>
              <a:t>编译安装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645160" y="1270000"/>
            <a:ext cx="4232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●</a:t>
            </a:r>
            <a:r>
              <a:rPr lang="zh-CN" altLang="en-US"/>
              <a:t>生成配置文件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160" y="1836420"/>
            <a:ext cx="5997575" cy="6508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45160" y="2863215"/>
            <a:ext cx="2856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●修改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config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文件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60" y="3607435"/>
            <a:ext cx="8535670" cy="13195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01040" y="603250"/>
            <a:ext cx="36150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4.</a:t>
            </a:r>
            <a:r>
              <a:rPr lang="zh-CN" altLang="en-US" sz="2400"/>
              <a:t>编译内核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335" y="1289685"/>
            <a:ext cx="9593580" cy="5784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06140" y="186817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↘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31440" y="2512060"/>
            <a:ext cx="4218305" cy="970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>
              <a:lnSpc>
                <a:spcPct val="120000"/>
              </a:lnSpc>
            </a:pPr>
            <a:r>
              <a:rPr lang="zh-CN" altLang="en-US"/>
              <a:t>-j后面的数字是编译的CPU核心数量，数字越大速度越快，但是不要超过虚拟机分配的数量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6405" y="469265"/>
            <a:ext cx="3012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5.</a:t>
            </a:r>
            <a:r>
              <a:rPr lang="zh-CN" altLang="en-US" sz="2400"/>
              <a:t>安装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871220" y="1234440"/>
            <a:ext cx="2141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●安装内核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模块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220" y="1907540"/>
            <a:ext cx="8850630" cy="53276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71855" y="3141345"/>
            <a:ext cx="3585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●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安装内核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55" y="3771900"/>
            <a:ext cx="9326880" cy="3790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783715" y="511175"/>
            <a:ext cx="2089785" cy="687705"/>
          </a:xfrm>
        </p:spPr>
        <p:txBody>
          <a:bodyPr wrap="square">
            <a:normAutofit fontScale="90000"/>
          </a:bodyPr>
          <a:lstStyle/>
          <a:p>
            <a:r>
              <a:rPr lang="zh-CN" altLang="en-US" dirty="0"/>
              <a:t>重启</a:t>
            </a:r>
            <a:r>
              <a:rPr lang="zh-CN" altLang="en-US" dirty="0"/>
              <a:t>验证</a:t>
            </a:r>
            <a:endParaRPr lang="zh-CN" alt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527050" y="581660"/>
            <a:ext cx="829945" cy="547370"/>
          </a:xfrm>
        </p:spPr>
        <p:txBody>
          <a:bodyPr wrap="square">
            <a:normAutofit fontScale="30000"/>
          </a:bodyPr>
          <a:lstStyle/>
          <a:p>
            <a:r>
              <a:rPr lang="en-US" altLang="zh-CN" dirty="0"/>
              <a:t>04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" y="1827530"/>
            <a:ext cx="9105900" cy="6019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8190" y="3176905"/>
            <a:ext cx="5344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是新的内核版本，</a:t>
            </a:r>
            <a:r>
              <a:rPr lang="zh-CN" altLang="en-US"/>
              <a:t>大功告成！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50"/>
  <p:tag name="KSO_WM_TEMPLATE_CATEGORY" val="custom"/>
  <p:tag name="KSO_WM_TEMPLATE_INDEX" val="20233488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40"/>
  <p:tag name="KSO_WM_TEMPLATE_CATEGORY" val="custom"/>
  <p:tag name="KSO_WM_TEMPLATE_INDEX" val="2023348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8"/>
  <p:tag name="KSO_WM_TEMPLATE_THUMBS_INDEX" val="1、9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488_4*a*1"/>
  <p:tag name="KSO_WM_TEMPLATE_CATEGORY" val="custom"/>
  <p:tag name="KSO_WM_TEMPLATE_INDEX" val="20233488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NOCLEAR" val="0"/>
  <p:tag name="KSO_WM_UNIT_VALUE" val="3"/>
  <p:tag name="KSO_WM_UNIT_TYPE" val="a"/>
  <p:tag name="KSO_WM_UNIT_INDEX" val="1"/>
  <p:tag name="KSO_WM_DIAGRAM_GROUP_CODE" val="l1-1"/>
  <p:tag name="KSO_WM_UNIT_PRESET_TEXT" val="目录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233488_4*l_h_i*1_1_1"/>
  <p:tag name="KSO_WM_TEMPLATE_CATEGORY" val="custom"/>
  <p:tag name="KSO_WM_TEMPLATE_INDEX" val="2023348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3.1426696777344,&quot;left&quot;:360,&quot;top&quot;:78.4287045312116,&quot;width&quot;:464.249921259842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233488_4*l_h_a*1_1_1"/>
  <p:tag name="KSO_WM_TEMPLATE_CATEGORY" val="custom"/>
  <p:tag name="KSO_WM_TEMPLATE_INDEX" val="20233488"/>
  <p:tag name="KSO_WM_UNIT_LAYERLEVEL" val="1_1_1"/>
  <p:tag name="KSO_WM_TAG_VERSION" val="3.0"/>
  <p:tag name="KSO_WM_BEAUTIFY_FLAG" val="#wm#"/>
  <p:tag name="KSO_WM_DIAGRAM_GROUP_CODE" val="l1-1"/>
  <p:tag name="KSO_WM_UNIT_PRESET_TEXT" val="单击添加目录项标题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3.1426696777344,&quot;left&quot;:360,&quot;top&quot;:78.4287045312116,&quot;width&quot;:464.249921259842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233488_4*l_h_i*1_2_1"/>
  <p:tag name="KSO_WM_TEMPLATE_CATEGORY" val="custom"/>
  <p:tag name="KSO_WM_TEMPLATE_INDEX" val="2023348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3.1426696777344,&quot;left&quot;:360,&quot;top&quot;:78.4287045312116,&quot;width&quot;:464.249921259842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233488_4*l_h_a*1_2_1"/>
  <p:tag name="KSO_WM_TEMPLATE_CATEGORY" val="custom"/>
  <p:tag name="KSO_WM_TEMPLATE_INDEX" val="20233488"/>
  <p:tag name="KSO_WM_UNIT_LAYERLEVEL" val="1_1_1"/>
  <p:tag name="KSO_WM_TAG_VERSION" val="3.0"/>
  <p:tag name="KSO_WM_BEAUTIFY_FLAG" val="#wm#"/>
  <p:tag name="KSO_WM_DIAGRAM_GROUP_CODE" val="l1-1"/>
  <p:tag name="KSO_WM_UNIT_PRESET_TEXT" val="单击添加目录项标题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3.1426696777344,&quot;left&quot;:360,&quot;top&quot;:78.4287045312116,&quot;width&quot;:464.249921259842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233488_4*l_h_i*1_3_1"/>
  <p:tag name="KSO_WM_TEMPLATE_CATEGORY" val="custom"/>
  <p:tag name="KSO_WM_TEMPLATE_INDEX" val="2023348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3.1426696777344,&quot;left&quot;:360,&quot;top&quot;:78.4287045312116,&quot;width&quot;:464.249921259842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233488_4*l_h_a*1_3_1"/>
  <p:tag name="KSO_WM_TEMPLATE_CATEGORY" val="custom"/>
  <p:tag name="KSO_WM_TEMPLATE_INDEX" val="20233488"/>
  <p:tag name="KSO_WM_UNIT_LAYERLEVEL" val="1_1_1"/>
  <p:tag name="KSO_WM_TAG_VERSION" val="3.0"/>
  <p:tag name="KSO_WM_BEAUTIFY_FLAG" val="#wm#"/>
  <p:tag name="KSO_WM_DIAGRAM_GROUP_CODE" val="l1-1"/>
  <p:tag name="KSO_WM_UNIT_PRESET_TEXT" val="单击添加目录项标题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3.1426696777344,&quot;left&quot;:360,&quot;top&quot;:78.4287045312116,&quot;width&quot;:464.249921259842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233488_4*l_h_i*1_4_1"/>
  <p:tag name="KSO_WM_TEMPLATE_CATEGORY" val="custom"/>
  <p:tag name="KSO_WM_TEMPLATE_INDEX" val="20233488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3.1426696777344,&quot;left&quot;:360,&quot;top&quot;:78.4287045312116,&quot;width&quot;:464.249921259842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233488_4*l_h_a*1_4_1"/>
  <p:tag name="KSO_WM_TEMPLATE_CATEGORY" val="custom"/>
  <p:tag name="KSO_WM_TEMPLATE_INDEX" val="20233488"/>
  <p:tag name="KSO_WM_UNIT_LAYERLEVEL" val="1_1_1"/>
  <p:tag name="KSO_WM_TAG_VERSION" val="3.0"/>
  <p:tag name="KSO_WM_BEAUTIFY_FLAG" val="#wm#"/>
  <p:tag name="KSO_WM_DIAGRAM_GROUP_CODE" val="l1-1"/>
  <p:tag name="KSO_WM_UNIT_PRESET_TEXT" val="单击添加目录项标题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3.1426696777344,&quot;left&quot;:360,&quot;top&quot;:78.4287045312116,&quot;width&quot;:464.2499212598424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0.xml><?xml version="1.0" encoding="utf-8"?>
<p:tagLst xmlns:p="http://schemas.openxmlformats.org/presentationml/2006/main">
  <p:tag name="KSO_WM_SLIDE_ID" val="custom20233488_4"/>
  <p:tag name="KSO_WM_TEMPLATE_SUBCATEGORY" val="29"/>
  <p:tag name="KSO_WM_TEMPLATE_MASTER_TYPE" val="0"/>
  <p:tag name="KSO_WM_TEMPLATE_COLOR_TYPE" val="0"/>
  <p:tag name="KSO_WM_SLIDE_ITEM_CNT" val="4"/>
  <p:tag name="KSO_WM_SLIDE_INDEX" val="4"/>
  <p:tag name="KSO_WM_TAG_VERSION" val="3.0"/>
  <p:tag name="KSO_WM_BEAUTIFY_FLAG" val="#wm#"/>
  <p:tag name="KSO_WM_TEMPLATE_CATEGORY" val="custom"/>
  <p:tag name="KSO_WM_TEMPLATE_INDEX" val="20233488"/>
  <p:tag name="KSO_WM_SLIDE_LAYOUT" val="a_l"/>
  <p:tag name="KSO_WM_SLIDE_LAYOUT_CNT" val="1_1"/>
  <p:tag name="KSO_WM_SLIDE_TYPE" val="contents"/>
  <p:tag name="KSO_WM_SLIDE_SUBTYPE" val="diag"/>
  <p:tag name="KSO_WM_DIAGRAM_GROUP_CODE" val="l1-1"/>
  <p:tag name="KSO_WM_SLIDE_DIAGTYPE" val="l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488_7*a*1"/>
  <p:tag name="KSO_WM_TEMPLATE_CATEGORY" val="custom"/>
  <p:tag name="KSO_WM_TEMPLATE_INDEX" val="20233488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7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488_7*e*1"/>
  <p:tag name="KSO_WM_TEMPLATE_CATEGORY" val="custom"/>
  <p:tag name="KSO_WM_TEMPLATE_INDEX" val="20233488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1"/>
</p:tagLst>
</file>

<file path=ppt/tags/tag73.xml><?xml version="1.0" encoding="utf-8"?>
<p:tagLst xmlns:p="http://schemas.openxmlformats.org/presentationml/2006/main">
  <p:tag name="KSO_WM_SLIDE_ID" val="custom20233488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88"/>
  <p:tag name="KSO_WM_SLIDE_TYPE" val="sectionTitle"/>
  <p:tag name="KSO_WM_SLIDE_SUBTYPE" val="pureTxt"/>
  <p:tag name="KSO_WM_SLIDE_LAYOUT" val="a_e"/>
  <p:tag name="KSO_WM_SLIDE_LAYOUT_CNT" val="1_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488_7*a*1"/>
  <p:tag name="KSO_WM_TEMPLATE_CATEGORY" val="custom"/>
  <p:tag name="KSO_WM_TEMPLATE_INDEX" val="20233488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7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488_7*e*1"/>
  <p:tag name="KSO_WM_TEMPLATE_CATEGORY" val="custom"/>
  <p:tag name="KSO_WM_TEMPLATE_INDEX" val="20233488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1"/>
</p:tagLst>
</file>

<file path=ppt/tags/tag76.xml><?xml version="1.0" encoding="utf-8"?>
<p:tagLst xmlns:p="http://schemas.openxmlformats.org/presentationml/2006/main">
  <p:tag name="KSO_WM_SLIDE_ID" val="custom20233488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88"/>
  <p:tag name="KSO_WM_SLIDE_TYPE" val="sectionTitle"/>
  <p:tag name="KSO_WM_SLIDE_SUBTYPE" val="pureTxt"/>
  <p:tag name="KSO_WM_SLIDE_LAYOUT" val="a_e"/>
  <p:tag name="KSO_WM_SLIDE_LAYOUT_CNT" val="1_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488_7*a*1"/>
  <p:tag name="KSO_WM_TEMPLATE_CATEGORY" val="custom"/>
  <p:tag name="KSO_WM_TEMPLATE_INDEX" val="20233488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7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488_7*e*1"/>
  <p:tag name="KSO_WM_TEMPLATE_CATEGORY" val="custom"/>
  <p:tag name="KSO_WM_TEMPLATE_INDEX" val="20233488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1"/>
</p:tagLst>
</file>

<file path=ppt/tags/tag79.xml><?xml version="1.0" encoding="utf-8"?>
<p:tagLst xmlns:p="http://schemas.openxmlformats.org/presentationml/2006/main">
  <p:tag name="KSO_WM_SLIDE_ID" val="custom20233488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88"/>
  <p:tag name="KSO_WM_SLIDE_TYPE" val="sectionTitle"/>
  <p:tag name="KSO_WM_SLIDE_SUBTYPE" val="pureTxt"/>
  <p:tag name="KSO_WM_SLIDE_LAYOUT" val="a_e"/>
  <p:tag name="KSO_WM_SLIDE_LAYOUT_CNT" val="1_1"/>
</p:tagLst>
</file>

<file path=ppt/tags/tag80.xml><?xml version="1.0" encoding="utf-8"?>
<p:tagLst xmlns:p="http://schemas.openxmlformats.org/presentationml/2006/main">
  <p:tag name="KSO_WM_SLIDE_ID" val="custom20233488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88"/>
  <p:tag name="KSO_WM_SLIDE_TYPE" val="sectionTitle"/>
  <p:tag name="KSO_WM_SLIDE_SUBTYPE" val="pureTxt"/>
  <p:tag name="KSO_WM_SLIDE_LAYOUT" val="a_e"/>
  <p:tag name="KSO_WM_SLIDE_LAYOUT_CNT" val="1_1"/>
</p:tagLst>
</file>

<file path=ppt/tags/tag81.xml><?xml version="1.0" encoding="utf-8"?>
<p:tagLst xmlns:p="http://schemas.openxmlformats.org/presentationml/2006/main">
  <p:tag name="KSO_WM_SLIDE_ID" val="custom20233488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88"/>
  <p:tag name="KSO_WM_SLIDE_TYPE" val="sectionTitle"/>
  <p:tag name="KSO_WM_SLIDE_SUBTYPE" val="pureTxt"/>
  <p:tag name="KSO_WM_SLIDE_LAYOUT" val="a_e"/>
  <p:tag name="KSO_WM_SLIDE_LAYOUT_CNT" val="1_1"/>
</p:tagLst>
</file>

<file path=ppt/tags/tag82.xml><?xml version="1.0" encoding="utf-8"?>
<p:tagLst xmlns:p="http://schemas.openxmlformats.org/presentationml/2006/main">
  <p:tag name="KSO_WM_SLIDE_ID" val="custom20233488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88"/>
  <p:tag name="KSO_WM_SLIDE_TYPE" val="sectionTitle"/>
  <p:tag name="KSO_WM_SLIDE_SUBTYPE" val="pureTxt"/>
  <p:tag name="KSO_WM_SLIDE_LAYOUT" val="a_e"/>
  <p:tag name="KSO_WM_SLIDE_LAYOUT_CNT" val="1_1"/>
</p:tagLst>
</file>

<file path=ppt/tags/tag83.xml><?xml version="1.0" encoding="utf-8"?>
<p:tagLst xmlns:p="http://schemas.openxmlformats.org/presentationml/2006/main">
  <p:tag name="KSO_WM_SLIDE_ID" val="custom20233488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88"/>
  <p:tag name="KSO_WM_SLIDE_TYPE" val="sectionTitle"/>
  <p:tag name="KSO_WM_SLIDE_SUBTYPE" val="pureTxt"/>
  <p:tag name="KSO_WM_SLIDE_LAYOUT" val="a_e"/>
  <p:tag name="KSO_WM_SLIDE_LAYOUT_CNT" val="1_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488_7*a*1"/>
  <p:tag name="KSO_WM_TEMPLATE_CATEGORY" val="custom"/>
  <p:tag name="KSO_WM_TEMPLATE_INDEX" val="20233488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PRESET_TEXT" val="添加章节标题"/>
</p:tagLst>
</file>

<file path=ppt/tags/tag8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33488_7*e*1"/>
  <p:tag name="KSO_WM_TEMPLATE_CATEGORY" val="custom"/>
  <p:tag name="KSO_WM_TEMPLATE_INDEX" val="20233488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" val="01"/>
</p:tagLst>
</file>

<file path=ppt/tags/tag86.xml><?xml version="1.0" encoding="utf-8"?>
<p:tagLst xmlns:p="http://schemas.openxmlformats.org/presentationml/2006/main">
  <p:tag name="KSO_WM_SLIDE_ID" val="custom20233488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88"/>
  <p:tag name="KSO_WM_SLIDE_TYPE" val="sectionTitle"/>
  <p:tag name="KSO_WM_SLIDE_SUBTYPE" val="pureTxt"/>
  <p:tag name="KSO_WM_SLIDE_LAYOUT" val="a_e"/>
  <p:tag name="KSO_WM_SLIDE_LAYOUT_CNT" val="1_1"/>
</p:tagLst>
</file>

<file path=ppt/tags/tag87.xml><?xml version="1.0" encoding="utf-8"?>
<p:tagLst xmlns:p="http://schemas.openxmlformats.org/presentationml/2006/main">
  <p:tag name="commondata" val="eyJoZGlkIjoiZGM4OWQ0MzE1NjgzYmY2YjVhNGI4MWE1NjNiMjJkYTIifQ=="/>
</p:tagLst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</Words>
  <Application>WPS 演示</Application>
  <PresentationFormat>宽屏</PresentationFormat>
  <Paragraphs>80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仿宋</vt:lpstr>
      <vt:lpstr>华文细黑</vt:lpstr>
      <vt:lpstr>Office 主题​​</vt:lpstr>
      <vt:lpstr>目录</vt:lpstr>
      <vt:lpstr>添加章节标题</vt:lpstr>
      <vt:lpstr>添加章节标题</vt:lpstr>
      <vt:lpstr>添加章节标题</vt:lpstr>
      <vt:lpstr>添加章节标题</vt:lpstr>
      <vt:lpstr>添加章节标题</vt:lpstr>
      <vt:lpstr>添加章节标题</vt:lpstr>
      <vt:lpstr>添加章节标题</vt:lpstr>
      <vt:lpstr>添加章节标题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WPS_1664076225</cp:lastModifiedBy>
  <cp:revision>155</cp:revision>
  <dcterms:created xsi:type="dcterms:W3CDTF">2019-06-19T02:08:00Z</dcterms:created>
  <dcterms:modified xsi:type="dcterms:W3CDTF">2024-03-19T04:56:37Z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ICV">
    <vt:lpwstr>4BB44654D3B641FA8BB5686A8DD5E47E_11</vt:lpwstr>
  </property>
</Properties>
</file>